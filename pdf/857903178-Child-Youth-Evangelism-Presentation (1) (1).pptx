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58" r:id="rId5"/>
    <p:sldId id="259" r:id="rId6"/>
    <p:sldId id="260" r:id="rId7"/>
    <p:sldId id="261" r:id="rId8"/>
    <p:sldId id="266" r:id="rId9"/>
    <p:sldId id="263" r:id="rId10"/>
    <p:sldId id="267" r:id="rId11"/>
    <p:sldId id="268" r:id="rId12"/>
    <p:sldId id="262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8CE0A8-5A5D-44B2-99D7-565DA41BC203}" type="datetimeFigureOut">
              <a:rPr lang="en-US"/>
              <a:pPr>
                <a:defRPr/>
              </a:pPr>
              <a:t>4/19/2016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557CB4-61AC-44B7-9E0A-11F57916F8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856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ECED07-CD1D-4BC1-96AE-B526696D6AD9}" type="datetimeFigureOut">
              <a:rPr lang="en-US"/>
              <a:pPr>
                <a:defRPr/>
              </a:pPr>
              <a:t>4/19/2016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A167A9-7E2D-45E8-99CD-FFED7DA826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364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AB07D-4066-4031-A760-9BBC5AD7D589}" type="datetimeFigureOut">
              <a:rPr lang="en-US"/>
              <a:pPr>
                <a:defRPr/>
              </a:pPr>
              <a:t>4/19/2016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FB4615-E304-48DD-9639-85213D9FA6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267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CDB4C4-F602-458D-AAFB-7AE0D35E9AAF}" type="datetimeFigureOut">
              <a:rPr lang="en-US"/>
              <a:pPr>
                <a:defRPr/>
              </a:pPr>
              <a:t>4/19/2016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FCDCA6-7C49-4EEE-ACA7-1E4F01CA96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27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AA70B-10E7-4B02-8405-8DB0BC82DCC3}" type="datetimeFigureOut">
              <a:rPr lang="en-US"/>
              <a:pPr>
                <a:defRPr/>
              </a:pPr>
              <a:t>4/19/2016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CDE793-3274-4EC5-B7D3-F1480BD5C2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53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5577F9-B3E2-4263-A843-07E5E61FDB58}" type="datetimeFigureOut">
              <a:rPr lang="en-US"/>
              <a:pPr>
                <a:defRPr/>
              </a:pPr>
              <a:t>4/19/2016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86508D-9029-4136-AFDE-65AFEF0C20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775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8448C7-B530-483E-A443-A8EFA216E97D}" type="datetimeFigureOut">
              <a:rPr lang="en-US"/>
              <a:pPr>
                <a:defRPr/>
              </a:pPr>
              <a:t>4/19/2016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0984F0-1288-48E6-B603-DDE87B0C84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91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ADC3B2-D697-479F-84B5-437CCAC961D6}" type="datetimeFigureOut">
              <a:rPr lang="en-US"/>
              <a:pPr>
                <a:defRPr/>
              </a:pPr>
              <a:t>4/19/2016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92EE76-EC0E-421C-B658-7D5E6F668A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976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3A6402-EC9F-4A87-BD51-389CBAC8800B}" type="datetimeFigureOut">
              <a:rPr lang="en-US"/>
              <a:pPr>
                <a:defRPr/>
              </a:pPr>
              <a:t>4/19/2016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43D03E-8237-40FF-B9F6-E88024849D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499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0FA218-5FF1-47E1-9E8E-D95D84057769}" type="datetimeFigureOut">
              <a:rPr lang="en-US"/>
              <a:pPr>
                <a:defRPr/>
              </a:pPr>
              <a:t>4/19/2016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824095-5AC8-4D6E-A490-C8EE20C0BA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378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606BDD-24FD-439C-ABA5-727B73914F36}" type="datetimeFigureOut">
              <a:rPr lang="en-US"/>
              <a:pPr>
                <a:defRPr/>
              </a:pPr>
              <a:t>4/19/2016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5864A5-5771-4E01-9C27-24521E23AD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96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9D8D73A-4614-4E9C-9197-285D611B1680}" type="datetimeFigureOut">
              <a:rPr lang="en-US"/>
              <a:pPr>
                <a:defRPr/>
              </a:pPr>
              <a:t>4/19/2016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FBBFDD1-703C-4AD9-8D43-73BCF59B02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6800" y="1841863"/>
            <a:ext cx="7239000" cy="255454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cs typeface="+mn-cs"/>
              </a:rPr>
              <a:t>CHILD &amp; YOUTH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cs typeface="+mn-cs"/>
              </a:rPr>
              <a:t>EVANGELISM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  <a:extLst/>
        </p:spPr>
        <p:txBody>
          <a:bodyPr rtlCol="0">
            <a:normAutofit fontScale="90000"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WHAT IS CHILD &amp;YOUTH</a:t>
            </a:r>
            <a:br>
              <a:rPr lang="en-US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</a:br>
            <a:r>
              <a:rPr lang="en-US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EVANGELISM</a:t>
            </a:r>
            <a:endParaRPr lang="en-US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Evangelism is a greek word “EVANGELLION”</a:t>
            </a:r>
          </a:p>
          <a:p>
            <a:pPr eaLnBrk="1" hangingPunct="1"/>
            <a:r>
              <a:rPr lang="en-US" smtClean="0"/>
              <a:t>It means good news of salvation from God to our children</a:t>
            </a:r>
          </a:p>
          <a:p>
            <a:pPr eaLnBrk="1" hangingPunct="1"/>
            <a:r>
              <a:rPr lang="en-US" smtClean="0"/>
              <a:t>The great commission children and youth, future leaders has their rightful place in God’s kingdom </a:t>
            </a:r>
          </a:p>
          <a:p>
            <a:pPr eaLnBrk="1" hangingPunct="1"/>
            <a:r>
              <a:rPr lang="en-US" smtClean="0"/>
              <a:t>Everyone needs salvation e.g child, youth and Adult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  <a:extLst/>
        </p:spPr>
        <p:txBody>
          <a:bodyPr rtlCol="0">
            <a:normAutofit fontScale="90000"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GROWTH PATTERN IN CHILDREN &amp; YOUTH</a:t>
            </a:r>
            <a:br>
              <a:rPr lang="en-US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</a:br>
            <a:endParaRPr lang="en-US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LUKE CHAPTER 1 VS 52</a:t>
            </a:r>
          </a:p>
          <a:p>
            <a:pPr eaLnBrk="1" hangingPunct="1"/>
            <a:r>
              <a:rPr lang="en-US" smtClean="0"/>
              <a:t>Jesus Christ our role Model</a:t>
            </a:r>
          </a:p>
          <a:p>
            <a:pPr eaLnBrk="1" hangingPunct="1"/>
            <a:r>
              <a:rPr lang="en-US" smtClean="0"/>
              <a:t>MENTAL DEVELOPMENT=WISDOM</a:t>
            </a:r>
          </a:p>
          <a:p>
            <a:pPr eaLnBrk="1" hangingPunct="1"/>
            <a:r>
              <a:rPr lang="en-US" smtClean="0"/>
              <a:t>PHYSICAL DEVELOPMENT=STATURE</a:t>
            </a:r>
          </a:p>
          <a:p>
            <a:pPr eaLnBrk="1" hangingPunct="1"/>
            <a:r>
              <a:rPr lang="en-US" smtClean="0"/>
              <a:t>SOCIAL DEVELOPMENT=FAVOUR WITH MEN</a:t>
            </a:r>
          </a:p>
          <a:p>
            <a:pPr eaLnBrk="1" hangingPunct="1"/>
            <a:r>
              <a:rPr lang="en-US" smtClean="0"/>
              <a:t>SPRITUAL DEVELOPMENT= FAVOUR WITH GOD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1470025"/>
          </a:xfrm>
          <a:ln>
            <a:miter lim="800000"/>
            <a:headEnd/>
            <a:tailEnd/>
          </a:ln>
          <a:extLst/>
        </p:spPr>
        <p:txBody>
          <a:bodyPr rtlCol="0">
            <a:norm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BIBLICAL BASIS OF CHILD &amp; YOUTH EVANGELISM</a:t>
            </a:r>
            <a:endParaRPr lang="en-US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2057400"/>
            <a:ext cx="6400800" cy="4572000"/>
          </a:xfrm>
        </p:spPr>
        <p:txBody>
          <a:bodyPr rtlCol="0">
            <a:noAutofit/>
          </a:bodyPr>
          <a:lstStyle/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(a)God words teaches child evangelism and children respond more readily to the message of salvation than any other group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(b) 2 institutions God ordained for child evangelism 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(i)The family	Deuteronomy 6 </a:t>
            </a:r>
            <a:r>
              <a:rPr lang="en-US" sz="20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vs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6 to 9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(ii)The Church 	Mathew 28 </a:t>
            </a:r>
            <a:r>
              <a:rPr lang="en-US" sz="20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vs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20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(c)6 Basis of child evangelism from Psalm 78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(1)God commanded it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(2)They will know him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(3)They will set their hope in God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(4)They will keep his commandment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(5)They establish a testimony in Christ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(6)They will not forget the word of God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  <a:extLst/>
        </p:spPr>
        <p:txBody>
          <a:bodyPr rtlCol="0">
            <a:normAutofit fontScale="90000"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WHY LEAD CHILDREN &amp; YOUTH TO CHRIST</a:t>
            </a:r>
            <a:endParaRPr lang="en-US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God loves them		John 3 vs. 16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They too have sinned Romans 3 vs. 23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God does not want children to perish Matt18 vs. 14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It is God’s command and promise of salvation Acts2 vs. 38 to 39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Children have more productive years ahead to serve Christ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Children are the future, leaders of tomorrow to Judges2 vs. 10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  <a:extLst/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AN AMERICA SURVEY ON CHILD &amp; YOUTH EVANGELISM</a:t>
            </a:r>
            <a:endParaRPr lang="en-US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1% Are saved before 4 years old</a:t>
            </a:r>
          </a:p>
          <a:p>
            <a:pPr eaLnBrk="1" hangingPunct="1"/>
            <a:r>
              <a:rPr lang="en-US" smtClean="0"/>
              <a:t>4% are saved after 30years of age</a:t>
            </a:r>
          </a:p>
          <a:p>
            <a:pPr eaLnBrk="1" hangingPunct="1"/>
            <a:r>
              <a:rPr lang="en-US" smtClean="0"/>
              <a:t>10% are saved between ages 15 and 30years of age</a:t>
            </a:r>
          </a:p>
          <a:p>
            <a:pPr eaLnBrk="1" hangingPunct="1"/>
            <a:r>
              <a:rPr lang="en-US" smtClean="0"/>
              <a:t>85% are saved between ages 7 and 14 years of 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  <a:extLst/>
        </p:spPr>
        <p:txBody>
          <a:bodyPr rtlCol="0">
            <a:normAutofit fontScale="90000"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CHILD &amp; YOUTH EVANGELISM CHART</a:t>
            </a:r>
            <a:endParaRPr lang="en-US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graphicFrame>
        <p:nvGraphicFramePr>
          <p:cNvPr id="8195" name="Content Placeholder 3"/>
          <p:cNvGraphicFramePr>
            <a:graphicFrameLocks noGrp="1"/>
          </p:cNvGraphicFramePr>
          <p:nvPr>
            <p:ph idx="1"/>
          </p:nvPr>
        </p:nvGraphicFramePr>
        <p:xfrm>
          <a:off x="406400" y="1549400"/>
          <a:ext cx="8331200" cy="462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r:id="rId3" imgW="8327858" imgH="4627265" progId="Excel.Chart.8">
                  <p:embed/>
                </p:oleObj>
              </mc:Choice>
              <mc:Fallback>
                <p:oleObj r:id="rId3" imgW="8327858" imgH="4627265" progId="Excel.Chart.8">
                  <p:embed/>
                  <p:pic>
                    <p:nvPicPr>
                      <p:cNvPr id="0" name="Content Placeholder 3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" y="1549400"/>
                        <a:ext cx="8331200" cy="462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  <a:extLst/>
        </p:spPr>
        <p:txBody>
          <a:bodyPr rtlCol="0">
            <a:normAutofit fontScale="90000"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PERIOD OF TRANSITION AND COUNSELLING SESSIONS</a:t>
            </a:r>
            <a:endParaRPr lang="en-US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Age 7 to 12 years old = Foundational years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Age 13 to 19 years old=Period of transition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Age 19 years upward=Adult life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Counseling sessions=Mark 10 </a:t>
            </a:r>
            <a:r>
              <a:rPr lang="en-US" dirty="0" err="1" smtClean="0"/>
              <a:t>vs</a:t>
            </a:r>
            <a:r>
              <a:rPr lang="en-US" dirty="0" smtClean="0"/>
              <a:t> 17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Pray for and trust the holy spirit to show you the child’s needs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Put the child at ease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Do not rush through your counseling session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Use the word of God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  <a:extLst/>
        </p:spPr>
        <p:txBody>
          <a:bodyPr rtlCol="0">
            <a:normAutofit fontScale="90000"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6 BASIC STEPS TO CHILD &amp; YOUTH EVANGELISM</a:t>
            </a:r>
            <a:endParaRPr lang="en-US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Teach the child about God and Heaven</a:t>
            </a:r>
          </a:p>
          <a:p>
            <a:pPr eaLnBrk="1" hangingPunct="1"/>
            <a:r>
              <a:rPr lang="en-US" smtClean="0"/>
              <a:t>Expose the child to his sinful nature</a:t>
            </a:r>
          </a:p>
          <a:p>
            <a:pPr eaLnBrk="1" hangingPunct="1"/>
            <a:r>
              <a:rPr lang="en-US" smtClean="0"/>
              <a:t>Teach the way of salvation</a:t>
            </a:r>
          </a:p>
          <a:p>
            <a:pPr eaLnBrk="1" hangingPunct="1"/>
            <a:r>
              <a:rPr lang="en-US" smtClean="0"/>
              <a:t>Challenge the child to make a decision of acceptance</a:t>
            </a:r>
          </a:p>
          <a:p>
            <a:pPr eaLnBrk="1" hangingPunct="1"/>
            <a:r>
              <a:rPr lang="en-US" smtClean="0"/>
              <a:t>Assure the child of his new life</a:t>
            </a:r>
          </a:p>
          <a:p>
            <a:pPr eaLnBrk="1" hangingPunct="1"/>
            <a:r>
              <a:rPr lang="en-US" smtClean="0"/>
              <a:t>Encourage the child to Grow</a:t>
            </a:r>
          </a:p>
        </p:txBody>
      </p:sp>
      <p:pic>
        <p:nvPicPr>
          <p:cNvPr id="10244" name="Picture 2" descr="\\SERVER\SharedDocs\me\nwee\PASSPORT 016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1198563"/>
            <a:ext cx="1295400" cy="123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3" descr="\\SERVER\SharedDocs\me\nwee\PASSPORT 01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2168525"/>
            <a:ext cx="1066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4" descr="\\SERVER\SharedDocs\me\nwee\PASSPORT 018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90813"/>
            <a:ext cx="685800" cy="89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5" descr="\\SERVER\SharedDocs\me\nwee\PASSPORT 02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300" y="4446588"/>
            <a:ext cx="1143000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8" name="Picture 6" descr="\\SERVER\SharedDocs\me\nwee\PASSPORT 020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614988"/>
            <a:ext cx="996950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9" name="Picture 7" descr="\\SERVER\SharedDocs\me\nwee\PASSPORT 019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3462338"/>
            <a:ext cx="1076325" cy="152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  <a:extLst/>
        </p:spPr>
        <p:txBody>
          <a:bodyPr rtlCol="0">
            <a:normAutofit fontScale="90000"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PRACTICAL APPROACH TO CHILD &amp; YOUTH EVANGELISM</a:t>
            </a:r>
            <a:endParaRPr lang="en-US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MASS EVANGELISM</a:t>
            </a:r>
          </a:p>
          <a:p>
            <a:pPr eaLnBrk="1" hangingPunct="1"/>
            <a:r>
              <a:rPr lang="en-US" smtClean="0"/>
              <a:t>OPEN AIR CRUSADE</a:t>
            </a:r>
          </a:p>
          <a:p>
            <a:pPr eaLnBrk="1" hangingPunct="1"/>
            <a:r>
              <a:rPr lang="en-US" smtClean="0"/>
              <a:t>CHILDREN BIBLE CLUB</a:t>
            </a:r>
          </a:p>
          <a:p>
            <a:pPr eaLnBrk="1" hangingPunct="1"/>
            <a:r>
              <a:rPr lang="en-US" smtClean="0"/>
              <a:t>CAMP MEETING </a:t>
            </a:r>
          </a:p>
          <a:p>
            <a:pPr eaLnBrk="1" hangingPunct="1"/>
            <a:r>
              <a:rPr lang="en-US" smtClean="0"/>
              <a:t>HOLIDAY BIBLE CLUBS</a:t>
            </a:r>
          </a:p>
          <a:p>
            <a:pPr eaLnBrk="1" hangingPunct="1"/>
            <a:r>
              <a:rPr lang="en-US" smtClean="0"/>
              <a:t>MISSIONS CLUB</a:t>
            </a:r>
          </a:p>
          <a:p>
            <a:pPr eaLnBrk="1" hangingPunct="1"/>
            <a:r>
              <a:rPr lang="en-US" smtClean="0"/>
              <a:t>READERS CLUB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  <a:extLst/>
        </p:spPr>
        <p:txBody>
          <a:bodyPr rtlCol="0">
            <a:normAutofit fontScale="90000"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TEACHING AIDS FOR CHILD &amp; YOUTH EVANGELISM</a:t>
            </a:r>
            <a:endParaRPr lang="en-US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Visual aids </a:t>
            </a:r>
            <a:r>
              <a:rPr lang="en-US" dirty="0" err="1" smtClean="0"/>
              <a:t>e.g</a:t>
            </a:r>
            <a:r>
              <a:rPr lang="en-US" dirty="0" smtClean="0"/>
              <a:t> Pictures,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	</a:t>
            </a:r>
            <a:r>
              <a:rPr lang="en-US" dirty="0" smtClean="0"/>
              <a:t>		The Cross, 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	</a:t>
            </a:r>
            <a:r>
              <a:rPr lang="en-US" dirty="0" smtClean="0"/>
              <a:t>		The Wordless Book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	</a:t>
            </a:r>
            <a:r>
              <a:rPr lang="en-US" dirty="0" smtClean="0"/>
              <a:t>		The Gospel Hand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Teaching aids </a:t>
            </a:r>
            <a:r>
              <a:rPr lang="en-US" dirty="0" err="1" smtClean="0"/>
              <a:t>e.g</a:t>
            </a:r>
            <a:r>
              <a:rPr lang="en-US" dirty="0" smtClean="0"/>
              <a:t> Tape Recorders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	</a:t>
            </a:r>
            <a:r>
              <a:rPr lang="en-US" dirty="0" smtClean="0"/>
              <a:t>		Projectors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	</a:t>
            </a:r>
            <a:r>
              <a:rPr lang="en-US" dirty="0" smtClean="0"/>
              <a:t>		Print Media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	</a:t>
            </a:r>
            <a:r>
              <a:rPr lang="en-US" dirty="0" smtClean="0"/>
              <a:t>		Social Media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  <a:extLst/>
        </p:spPr>
        <p:txBody>
          <a:bodyPr rtlCol="0">
            <a:normAutofit fontScale="90000"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SAMPLES OF CHILD &amp; YOUTH EVANGELISM</a:t>
            </a:r>
            <a:endParaRPr lang="en-US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TIMOTHY	2 timothy 1 vs 1 to 5</a:t>
            </a:r>
          </a:p>
          <a:p>
            <a:pPr eaLnBrk="1" hangingPunct="1"/>
            <a:r>
              <a:rPr lang="en-US" smtClean="0"/>
              <a:t>RHODA		Acts 12 vs 13 to 16</a:t>
            </a:r>
          </a:p>
          <a:p>
            <a:pPr eaLnBrk="1" hangingPunct="1"/>
            <a:r>
              <a:rPr lang="en-US" smtClean="0"/>
              <a:t>NAAMAN’S MAID	2kings 5 vs 2 to 3</a:t>
            </a:r>
          </a:p>
          <a:p>
            <a:pPr eaLnBrk="1" hangingPunct="1"/>
            <a:r>
              <a:rPr lang="en-US" smtClean="0"/>
              <a:t>SAMUEL		1 Samuel 3 vs 1 to 11</a:t>
            </a:r>
          </a:p>
          <a:p>
            <a:pPr eaLnBrk="1" hangingPunct="1"/>
            <a:r>
              <a:rPr lang="en-US" smtClean="0"/>
              <a:t>DAVID	1 Samuel 16 vs 1 to 13</a:t>
            </a:r>
          </a:p>
          <a:p>
            <a:pPr eaLnBrk="1" hangingPunct="1"/>
            <a:r>
              <a:rPr lang="en-US" smtClean="0"/>
              <a:t>ADAM CLERK		Bible Commentators</a:t>
            </a:r>
          </a:p>
          <a:p>
            <a:pPr eaLnBrk="1" hangingPunct="1"/>
            <a:r>
              <a:rPr lang="en-US" smtClean="0"/>
              <a:t>MATHEW HENRY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TC101859868[[fn=Thermal]]</Template>
  <TotalTime>225</TotalTime>
  <Words>340</Words>
  <Application>Microsoft Office PowerPoint</Application>
  <PresentationFormat>On-screen Show (4:3)</PresentationFormat>
  <Paragraphs>80</Paragraphs>
  <Slides>12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Office Theme</vt:lpstr>
      <vt:lpstr>Microsoft Excel Chart</vt:lpstr>
      <vt:lpstr>PowerPoint Presentation</vt:lpstr>
      <vt:lpstr>WHAT IS CHILD &amp;YOUTH  EVANGELISM</vt:lpstr>
      <vt:lpstr>GROWTH PATTERN IN CHILDREN &amp; YOUTH </vt:lpstr>
      <vt:lpstr>BIBLICAL BASIS OF CHILD &amp; YOUTH EVANGELISM</vt:lpstr>
      <vt:lpstr>WHY LEAD CHILDREN &amp; YOUTH TO CHRIST</vt:lpstr>
      <vt:lpstr>AN AMERICA SURVEY ON CHILD &amp; YOUTH EVANGELISM</vt:lpstr>
      <vt:lpstr>CHILD &amp; YOUTH EVANGELISM CHART</vt:lpstr>
      <vt:lpstr>PERIOD OF TRANSITION AND COUNSELLING SESSIONS</vt:lpstr>
      <vt:lpstr>6 BASIC STEPS TO CHILD &amp; YOUTH EVANGELISM</vt:lpstr>
      <vt:lpstr>PRACTICAL APPROACH TO CHILD &amp; YOUTH EVANGELISM</vt:lpstr>
      <vt:lpstr>TEACHING AIDS FOR CHILD &amp; YOUTH EVANGELISM</vt:lpstr>
      <vt:lpstr>SAMPLES OF CHILD &amp; YOUTH EVANGELISM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ABDCOM</dc:creator>
  <cp:lastModifiedBy>Patrick Nwafor-Ezelue</cp:lastModifiedBy>
  <cp:revision>22</cp:revision>
  <dcterms:created xsi:type="dcterms:W3CDTF">2012-12-05T10:55:13Z</dcterms:created>
  <dcterms:modified xsi:type="dcterms:W3CDTF">2016-04-19T10:03:03Z</dcterms:modified>
</cp:coreProperties>
</file>